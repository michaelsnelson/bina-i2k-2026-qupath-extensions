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the channel legend packages a Groovy script of hers (originally Pete Bankhead’s, from the 2022 QuPath Hackathon), and the subset classifier follows a pattern from another.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practised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If you are not set up yet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 am not going to walk through setup — the site has it, and I am here in the second hour.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below is on the site, and you can do it during this hour if you need to</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 one catalog: Extensions &gt; Manage extensions &gt; Manage extension catalogs &gt; Add catalog</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github.com/uw-loci/qupath-catalog-mikenelson — adding it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Pick what you want, then restart QuPath.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entries are large first-use downloads: QP-CAT 1.5–2.5 GB, DL Pixel Classifier 2–4 GB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Bring QuPath 0.7.0 or later. Four of the thirteen require it, and everything here is built and tested on it.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Five small tools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Dialog Manager · Channel Names · Classify Subset · Wizard Wand · Polyline Wand</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Manager, Channel Names, Classify Subset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and points several workstations at one shared file so a facility opens with the same layout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so you are not re-reading the brightness dialog to find out which is which</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QuPath’s own wand is untouched — both of these install as separate tools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colour-space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colour</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tune from a hand-drawn area annotation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erase back from an endpoint, then switch mode to smooth a noisy stretch</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Five export categories, one wizard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neighbouring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neighbouring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stage said it was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4118776"/>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image content says it is</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4118776"/>
          </a:xfrm>
          <a:prstGeom prst="rect">
            <a:avLst/>
          </a:prstGeom>
        </p:spPr>
      </p:pic>
      <p:sp>
        <p:nvSpPr>
          <p:cNvPr id="8" name="Text 4"/>
          <p:cNvSpPr/>
          <p:nvPr/>
        </p:nvSpPr>
        <p:spPr>
          <a:xfrm>
            <a:off x="566928" y="6011584"/>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same join through the same cells; only the tile positions differ. Positions were measured on DAPI, the channel with the clearest, best separated structure in this sample, and reused unchanged for the other two channels — so every channel stays aligned with every other. Nuclei blue, actin green, mitochondria red; the correction here is 7 px, about 4.6 µm.</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neighbour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  ·  5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Reading the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fibres,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Draw a box, the microscope acquires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points,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and it works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2026-09-20T17:46:44Z</dcterms:created>
  <dcterms:modified xsi:type="dcterms:W3CDTF">2026-09-20T17:46:44Z</dcterms:modified>
</cp:coreProperties>
</file>