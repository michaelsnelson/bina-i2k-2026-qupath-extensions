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Installing: add the LOCI catalog, then pick</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 — install only what you want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Restart QuPath afterwards. Nothing appears until you do</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Two entries are large: QP-CAT pulls 1.5–2.5 GB on first use, the DL Pixel Classifier 2–4 GB. Not on conference wifi.</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things that catch everyone out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the 0.6 you already use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Installing by hand instead? Take the jar with -all in the name; it bundles the dependencies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Without it you get a ClassNotFoundException the first time you use the tool. The catalog picks the right jar for you</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Dialog Manager, Wizard Wand, Polyline Wand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tools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that install in seconds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 and the ones you notice every 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notices when display scaling has changed and falls back to a sane on-screen position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Point several workstations at one shared file and a facility gets the same dialog layout everywhere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wands are untouched — both install as separate tools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stage said it was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4118776"/>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image content says it is</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4118776"/>
          </a:xfrm>
          <a:prstGeom prst="rect">
            <a:avLst/>
          </a:prstGeom>
        </p:spPr>
      </p:pic>
      <p:sp>
        <p:nvSpPr>
          <p:cNvPr id="8" name="Text 4"/>
          <p:cNvSpPr/>
          <p:nvPr/>
        </p:nvSpPr>
        <p:spPr>
          <a:xfrm>
            <a:off x="566928" y="6011584"/>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same join through the same cells; only the tile positions differ. Positions were measured on DAPI, the channel with the most distinct, best separated structure, and reused unchanged for the other two channels — so every channel stays aligned with every other. Nuclei blue, actin green, mitochondria red; the correction here is 7 px, about 4.6 µm.</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2026-09-20T14:52:34Z</dcterms:created>
  <dcterms:modified xsi:type="dcterms:W3CDTF">2026-09-20T14:52:34Z</dcterms:modified>
</cp:coreProperties>
</file>