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this morning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this morning.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Extensions are only loaded at startup, so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already saw this morning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earlier today.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the session before this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session this morning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2026-09-19T23:23:57Z</dcterms:created>
  <dcterms:modified xsi:type="dcterms:W3CDTF">2026-09-19T23:23:57Z</dcterms:modified>
</cp:coreProperties>
</file>