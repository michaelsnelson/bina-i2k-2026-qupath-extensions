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this morning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this morning.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This is roughly half of all "the menu item is not there" reports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and the DL classifier each pull 1.5–2.5 GB on first use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Publishing your own catalog takes about twenty minutes and removes a support burden.</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already saw this morning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earlier today.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the session before this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every per-class metric</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session this morning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55% lymphoid, another 14% with no follicles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Conklin et al. 2011; Provenzano et al. 2008, BMC Medicine 6:11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majority of the test and demonstration data behind almost every exercise you will see today.</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These tools could not have been built, tested, or taught without it.</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and a video for every tool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1.5–2.5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2026-09-19T23:14:43Z</dcterms:created>
  <dcterms:modified xsi:type="dcterms:W3CDTF">2026-09-19T23:14:43Z</dcterms:modified>
</cp:coreProperties>
</file>