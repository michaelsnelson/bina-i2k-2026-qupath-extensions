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ones we demo live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 Names Viewer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one is the green one?" — answered,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legend of the selected channels, each drawn in its display colour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live as you toggle channels; text scales as you resize the window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it away on a laptop, or make it large enough to read from the back of a room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to install. Useful every time you present a multiplex image.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a polyline: push a section out, smooth a noisy stretch, cut it in two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boundary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 Object Subset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count tells you how many objects you are about to change.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saved classifier on a chosen subset instead of every object in the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by class, by measurement value, by what you have selected — or all three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classifiers: run the second one only on what the first left unclassified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apply is recorded, so the session converts into a batch script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count is the guard against silently reclassifying work you already did.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Kristin Gallick.  ·  Demo only: the repository is currently private, so there is no version for you to install.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3D Navigator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rotatable point cloud of your cells, one point per detection,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that two dimensions hide is often obvious the moment you rotate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ours. It only reads — it writes nothing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live. This makes them one click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five minutes. Recorded fallback ready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 wrote the Confusion Matrix extension.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2026-08-11T13:05:21Z</dcterms:created>
  <dcterms:modified xsi:type="dcterms:W3CDTF">2026-08-11T13:05:21Z</dcterms:modified>
</cp:coreProperties>
</file>