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these are under active development, written in bursts as I have time. Useful, not stable — treat them accordingly.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will have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two more were covered in Sara McArdle’s session yesterday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were covered in Sara McArdle’s session yesterday.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jar with -all in the name — without it the extension throws ClassNotFoundException the first time you use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  (the only one you need today)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catalog installs NOTHING. It shows you a list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only what you want — QP-CAT pulls 1.5–2.5 GB on first use, the DL classifier 2–4 GB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may already have seen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“Tips and tricks for maintaining sanity during hi-plex classification in QuPath”, Monday 11:00.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demonstrated both in her session yesterday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pointer rather than the same demo twice — both install in seconds,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a few hundred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makes the bad reads stand out as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Tiles to Pyramid: stitching two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25296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acquired: neighbouring tiles share a strip of the same tissue (shaded)</a:t>
            </a:r>
            <a:endParaRPr lang="en-US" sz="1700" dirty="0"/>
          </a:p>
        </p:txBody>
      </p:sp>
      <p:pic>
        <p:nvPicPr>
          <p:cNvPr id="5" name="Image 0" descr="images/stitch_ppm_unstitch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45920"/>
            <a:ext cx="10058400" cy="18943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631692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Stitched: the join is placed by matching the image content in that strip</a:t>
            </a:r>
            <a:endParaRPr lang="en-US" sz="1700" dirty="0"/>
          </a:p>
        </p:txBody>
      </p:sp>
      <p:pic>
        <p:nvPicPr>
          <p:cNvPr id="7" name="Image 1" descr="images/stitch_ppm_stitch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2316"/>
            <a:ext cx="9273845" cy="18943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998464"/>
            <a:ext cx="1014069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Pancreatic cancer, polarised light. The stage recorded this tile 5 px (0.9 µm) away from where it really was; registration measured that from the overlap and corrected it.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on the clearest channel, reuse on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768096" y="1316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where the stage said it was</a:t>
            </a:r>
            <a:endParaRPr lang="en-US" sz="1700" dirty="0"/>
          </a:p>
        </p:txBody>
      </p:sp>
      <p:pic>
        <p:nvPicPr>
          <p:cNvPr id="5" name="Image 0" descr="images/stitch_if_nom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83080"/>
            <a:ext cx="5120640" cy="4118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0216" y="1316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where the image content says it is</a:t>
            </a:r>
            <a:endParaRPr lang="en-US" sz="1700" dirty="0"/>
          </a:p>
        </p:txBody>
      </p:sp>
      <p:pic>
        <p:nvPicPr>
          <p:cNvPr id="7" name="Image 1" descr="images/stitch_if_register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216" y="1783080"/>
            <a:ext cx="5120640" cy="41187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6011584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join through the same cells; only the tile positions differ. Positions were measured on DAPI, the channel with the most distinct, best separated structure, and reused unchanged for the other two channels — so every channel stays aligned with every other. Nuclei blue, actin green, mitochondria red; the correction here is 7 px, about 4.6 µm.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Tiles to Pyramid — how the mosaic is assembled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stops tracking the size of the mosaic, which is what lets thousands of tiles stitch on an ordinary machine.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overlapping pair is measured against the image content, then all tiles are placed at once by least squares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spanning tree would keep 99 of the 180 neighbour edges on a 10×10 grid and throw away 81, so nothing is ever asked to close a loop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tile is also pulled toward its recorded stage position, so a tile with no accepted edges stays exactly where the stage put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written chunk by chunk, and only the one to four tiles overlapping the current chunk are ever in memory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144 tiles (125 MP) stitch in the same 227 MB as 64 tiles (56 MP)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extension’s own benchmark: 1024 px 16-bit tiles, 10% overlap. The older load-everything path needed 2–4 GB and ran out of memory past about 1600 tiles.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the overall and macro-averaged metrics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are not covering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the same workflow, in the right order — hers first, then this.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already has object classification — train on measurements, or threshold a single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re-teaching it. Sara’s Monday session was the hi-plex classification half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are alternative mechanisms for getting a class onto a cell: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· rule-based marker gating · propagation from a small hand-labelled subset · applying an existing classifier to a chosen subset instead of everything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what those classified cells are actually telling you — which sit next to which, and whether that differs between images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missed hers, the two extensions she demonstrated are documented on our site too.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 — no object classifier involved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52% lymphoid, another 9% with no B cells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Provenzano et al. 2006, BMC Medicine 4:38; Conklin et al. 2011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slide-label images behind the OCR and metadata exercises.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data today: public images, a CC0 synthetic set, and tiles acquired at LOCI.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for every tool, videos to follow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catalog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installs nothing — you pick from the list. Two entries download 1.5–4 GB.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Slide-label images courtesy of Sara McArdle and Zbigniew Mikulski, La Jolla Institute for Immunology. Other data: public images, a CC0 synthetic set, and tiles acquired at LOCI.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2026-09-20T02:51:54Z</dcterms:created>
  <dcterms:modified xsi:type="dcterms:W3CDTF">2026-09-20T02:51:54Z</dcterms:modified>
</cp:coreProperties>
</file>