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ones we demo live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QPSC catalog  —  github.com/uw-loci/qupath-catalog-qpsc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what you want from the list. You do not have to install everything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Channel Names Viewer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one is the green one?" — answered,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 legend of the selected channels, each drawn in its display colour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live as you toggle channels; text scales as you resize the window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 it away on a laptop, or make it large enough to read from the back of a room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to install. Useful every time you present a multiplex image.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Annotation,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a polyline: push a section out, smooth a noisy stretch, cut it in two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boundary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 Object Subset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count tells you how many objects you are about to change.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saved classifier on a chosen subset instead of every object in the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by class, by measurement value, by what you have selected — or all three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classifiers: run the second one only on what the first left unclassified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apply is recorded, so the session converts into a batch script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count is the guard against silently reclassifying work you already did.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by Kristin Gallick — concept and initial scripts; built out at LOCI.  ·  Demo only: the repository is currently private.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3D Navigator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rotatable point cloud of your cells, one point per detection,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that two dimensions hide is often obvious the moment you rotate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ours. It only reads — it writes nothing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live. This makes them one click away.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five minutes. Recorded fallback ready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majority of the test and demonstration data behind almost every exercise you will see today.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tools could not have been built, tested, or taught without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whose concept and scripts the Confusion Matrix grew from.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catalogs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github.com/uw-loci/qupath-catalog-qpsc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courtesy of Sara McArdle and Zbigniew Mikulski, La Jolla Institute for Immunology.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2026-08-12T13:08:21Z</dcterms:created>
  <dcterms:modified xsi:type="dcterms:W3CDTF">2026-08-12T13:08:21Z</dcterms:modified>
</cp:coreProperties>
</file>