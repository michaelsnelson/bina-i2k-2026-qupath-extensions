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Installing: add the LOCI catalog, then pick</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 — install only what you want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Restart QuPath afterwards. Nothing appears until you do</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Two entries are large: QP-CAT pulls 1.5–2.5 GB on first use, the DL Pixel Classifier 2–4 GB. Not on conference wifi.</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things that catch everyone out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the 0.6 you already use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Installing by hand instead? Take the jar with -all in the name; it bundles the dependencies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Without it you get a ClassNotFoundException the first time you use the tool. The catalog picks the right jar for you</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Dialog Manager, Wizard Wand, Polyline Wand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tools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that install in seconds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 and the ones you notice every 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notices when display scaling has changed and falls back to a sane on-screen position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Point several workstations at one shared file and a facility gets the same dialog layout everywhere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wands are untouched — both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most distinct, best separated structure,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2026-09-20T14:49:52Z</dcterms:created>
  <dcterms:modified xsi:type="dcterms:W3CDTF">2026-09-20T14:49:52Z</dcterms:modified>
</cp:coreProperties>
</file>