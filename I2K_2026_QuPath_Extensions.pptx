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two more were covered in Sara McArdle’s session this morning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were covered in Sara McArdle’s session this morning.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  (the only one you need today)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catalog installs NOTHING. It shows you a list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only what you want — QP-CAT and the DL classifier each pull 1.5–2.5 GB on first use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already saw this morning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“Tips and tricks for maintaining sanity during hi-plex classification in QuPath”, earlier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demonstrated both in the session before this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pointer rather than the same demo twice — both install in seconds,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are not covering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the same workflow, in the right order — hers first, then this.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already has object classification — train on measurements, or threshold a single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re-teaching it. Sara’s session this morning was the hi-plex classification half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are alternative mechanisms for getting a class onto a cell: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· rule-based marker gating · propagation from a small hand-labelled subset · applying an existing classifier to a chosen subset instead of everything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what those classified cells are actually telling you — which sit next to which, and whether that differs between images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missed hers, the two extensions she demonstrated are documented on our site too.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 — no object classifier involved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55% lymphoid, another 14% with no follicles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catalog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installs nothing — you pick from the list. Two entries download 1.5–2.5 GB.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2026-08-24T21:16:15Z</dcterms:created>
  <dcterms:modified xsi:type="dcterms:W3CDTF">2026-08-24T21:16:15Z</dcterms:modified>
</cp:coreProperties>
</file>