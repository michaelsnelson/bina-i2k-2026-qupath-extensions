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this morning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this morning.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This is roughly half of all "the menu item is not there" reports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Publishing your own catalog takes about twenty minutes and removes a support burden.</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 and the one that saves the most support time.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already saw this morning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today.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the session before this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467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is the fastest quality check available — bad reads are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session this morning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majority of the test and demonstration data behind almost every exercise you will see today.</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These tools could not have been built, tested, or taught without it.</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2026-09-19T23:11:47Z</dcterms:created>
  <dcterms:modified xsi:type="dcterms:W3CDTF">2026-09-19T23:11:47Z</dcterms:modified>
</cp:coreProperties>
</file>