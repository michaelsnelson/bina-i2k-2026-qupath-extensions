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slots are fixed; Sara McArdle presents two of them in her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fixed: QPSC, the Confusion Matrix and the fibre tools are shown regardless — and Channel Names Viewer and Classify Object Subset belong to Sara McArdle’s session.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roughly half of all "the menu item is not there" reports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QPSC catalog  —  github.com/uw-loci/qupath-catalog-qpsc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what you want from the list. You do not have to install everything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your own catalog takes about twenty minutes and removes a support burden.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here, and the one that saves the most support time.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you will see properly elsewhere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is covering these two — go and see them done by the person whose scripts they are.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Names Viewer — a floating, colour-coded legend of the selected channels. "Which one is the green one?", answered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 Subset — run a saved classifier on a chosen subset, by class, measurement or selection, with a live count before you commit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began as Sara McArdle’s Groovy scripts, and Sara is presenting them in her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mention here rather than the same demo twice — but both install in seconds and both have a full walkthrough on the site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you installing them today. This is a division of labour, not a barrier.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  ·  10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wands,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Wand: 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selection grow on its own instead of dragging to cover it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Wand: push a traced boundary outward, smooth a noisy stretch, erase back from an endpoint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— cut one polyline in two, both halves keeping class, name and colour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wands in one sitting — ten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467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is the fastest quality check available — bad reads are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every per-class metric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images usually mean a staining or scanning problem, not a classifier problem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tissue stays separate — no spatial graph edge ever crosses two TMA cores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55% lymphoid, another 14% with no follicles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getting back to the tissue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mention rather than a demo — it is the navigation half of the clustering you just saw.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answers "which cells group together". It does not answer "which cell is that"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3D Navigator: a rotatable point cloud, one point per cell,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in cluster space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 — this makes them one click away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QP-CAT’s. It only reads; it writes nothing.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are thin wrappers over other people’s science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Conklin et al. 2011; Provenzano et al. 2008, BMC Medicine 6:11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SHOWN  ·  NOT YOURS TO RUN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stitching half — Tiles to Pyramid — you can install and use today, no microscope needed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 this one: it needs a microscope, so nobody in the room runs it. About five minutes, with a recorded fallback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majority of the test and demonstration data behind almost every exercise you will see today.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tools could not have been built, tested, or taught without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and a video for every tool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catalogs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github.com/uw-loci/qupath-catalog-qpsc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 courtesy of Sara McArdle and Zbigniew Mikulski, La Jolla Institute for Immunology.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2026-08-24T17:42:58Z</dcterms:created>
  <dcterms:modified xsi:type="dcterms:W3CDTF">2026-08-24T17:42:58Z</dcterms:modified>
</cp:coreProperties>
</file>