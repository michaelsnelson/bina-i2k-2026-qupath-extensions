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you can cite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93008"/>
            <a:ext cx="101406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segment. The repository is currently private, so this is shown live rather than installed by attendees.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trained a classifier. How good, exactly?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mark a sample of cells with their correct class; the extension compares that to the classifier.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good in the viewer. That is an impression, not a result.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-- and measured on how many cells? 95% from 40 cells and 95% from 4000 are not the same claim.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classes get confused with which, and is it the classifier or the ground truth that is wrong?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accuracy without a confidence interval, and without a look at what is being confused, is not yet a result.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gives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specificity and F1, plus overall accuracy -- each with a bootstrap 95% confidence interval.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 x N confusion matrix for any number of classes, including composite classes like "Macrophage: FoxP3".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click any matrix cell to highlight exactly those cells in the QuPath viewer.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of the matrix and every metric, for downstream figures.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metrics for OpenCV ML classifiers: log-loss, Brier, AUC-ROC, PR-AUC, and calibration.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from point annotations or classified area annotations -- point-clicking every cell is often impractical.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matrix, on the workshop demo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pic>
        <p:nvPicPr>
          <p:cNvPr id="4" name="Image 0" descr="images/confusion-matrix/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1055096" cy="47168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399337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the ground truth, columns the prediction; the diagonal is correct, off-diagonal is confusion. Here a deliberately crude single-marker gate reads some T cells as tumor (the cd8_t / helper_t -&gt; tumor cells) because the 5 um cell expansion picks up PanCK from the neighbouring tumour nest. Right panel: errors only.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Current Image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x N matrix appears, with per-class precision, recall, specificity and F1 beside it.</a:t>
            </a:r>
            <a:endParaRPr lang="en-US" sz="18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class with a wide confidence interval; count how many ground-truth cells it has. The CI is what makes "95%" honest.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solidFill>
            <a:srgbClr val="F4F8FD"/>
          </a:solidFill>
          <a:ln w="12700">
            <a:solidFill>
              <a:srgbClr val="3674C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live screenshot of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window here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BF1E0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 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&gt; Confusion Matrix &gt; Analyze Current Image...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the biggest off-diagonal cell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cells highlight in the viewer. This is the moment worth watching.</a:t>
            </a:r>
            <a:endParaRPr lang="en-US" sz="18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classifier is 87% accurate" becomes "it confuses these two things, for this visible reason" -- the sentence that actually gets a classifier fixed.</a:t>
            </a:r>
            <a:endParaRPr lang="en-US" sz="18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where you find out how often the ground truth itself was wrong.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solidFill>
            <a:srgbClr val="F4F8FD"/>
          </a:solidFill>
          <a:ln w="12700">
            <a:solidFill>
              <a:srgbClr val="3674C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live screenshot of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window here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BF1E0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 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cell of the matrix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Project, with outliers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across images, with a per-image breakdown of each image's contribution.</a:t>
            </a:r>
            <a:endParaRPr lang="en-US" sz="18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whose accuracy diverges are flagged as outliers automatically.</a:t>
            </a:r>
            <a:endParaRPr lang="en-US" sz="18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flagged image and look for the cause: the ground-truth labeling, the tissue or staining, or the classifier failing to generalise.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solidFill>
            <a:srgbClr val="F4F8FD"/>
          </a:solidFill>
          <a:ln w="12700">
            <a:solidFill>
              <a:srgbClr val="3674C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693408" y="2103120"/>
            <a:ext cx="49286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live screenshot of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window here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BF1E0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 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&gt; Confusion Matrix &gt; Analyze Project...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metrics (OpenCV ML classifiers)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whether the top class is right, but whether the predicted probabilities are trustworthy.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Log-loss, Brier score, AUC-ROC, PR-AUC, and a per-class calibration curve.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is 95% confident and 70% correct is a different problem from one that is simply inaccurate -- and it needs a different fix.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DL Pixel Classifier (is the deep model really better?) and Class Distribution (the imbalance behind wide intervals).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Availability, and the one thing to take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itself is ready; only distribution is pending.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is currently private, so there is no jar to install today -- this is why it is a demo, not a hands-on exercise. Ask us for access.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or server requirement; it would otherwise sit in the hands-on hour.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interval. Accuracy with a confidence interval and a look at what is confused is a five-minute job, not a research project.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LOCI, University of Wisconsin-Madison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Confusion Matrix -- demo</dc:title>
  <dc:subject>PptxGenJS Presentation</dc:subject>
  <dc:creator>Michael S. Nelson</dc:creator>
  <cp:lastModifiedBy>Michael S. Nelson</cp:lastModifiedBy>
  <cp:revision>1</cp:revision>
  <dcterms:created xsi:type="dcterms:W3CDTF">2026-09-22T23:03:17Z</dcterms:created>
  <dcterms:modified xsi:type="dcterms:W3CDTF">2026-09-22T23:03:17Z</dcterms:modified>
</cp:coreProperties>
</file>